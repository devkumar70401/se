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2310a3a5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2310a3a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2310a3a5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2310a3a5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2310a3a5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2310a3a5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2310a3a5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2310a3a5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2310a3a5d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2310a3a5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2310a3a5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2310a3a5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2310a3a5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2310a3a5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Modern Application Development - II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Overview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What is MAD II course about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Week wise contents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Live Sessions Information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3983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What is MAD II course about</a:t>
            </a:r>
            <a:endParaRPr sz="23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901449"/>
            <a:ext cx="8520600" cy="38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Based on JavaScript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What is JS?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What is JS runtime and engines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JS Concepts - Hoisting, Closures, Prototypes, Objects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Learn frameworks of JS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What is a Framework?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Why a framework? 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Vue JS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Security Mechanisms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Login </a:t>
            </a:r>
            <a:r>
              <a:rPr lang="en" sz="1200"/>
              <a:t>Mechanisms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RBAC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Advanced Backend Concepts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Backend Jobs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Caching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SSE and Webhooks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AutoNum type="alphaLcPeriod"/>
            </a:pPr>
            <a:r>
              <a:rPr lang="en" sz="1200"/>
              <a:t>SPAs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26035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Week Wise</a:t>
            </a:r>
            <a:r>
              <a:rPr lang="en" sz="2320"/>
              <a:t> Learning - Weeks 1, 2 and 3</a:t>
            </a:r>
            <a:endParaRPr sz="23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475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Introduction to JS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JS Syntax - </a:t>
            </a:r>
            <a:r>
              <a:rPr lang="en" sz="1600"/>
              <a:t>Data Types</a:t>
            </a:r>
            <a:r>
              <a:rPr lang="en" sz="1600"/>
              <a:t>, variables, Operators, DOM, </a:t>
            </a:r>
            <a:r>
              <a:rPr lang="en" sz="1600"/>
              <a:t>Coercion</a:t>
            </a:r>
            <a:r>
              <a:rPr lang="en" sz="1600"/>
              <a:t>, Objects, Arrays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l</a:t>
            </a:r>
            <a:r>
              <a:rPr lang="en" sz="1600"/>
              <a:t>et, var, const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Hoisting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Closures</a:t>
            </a:r>
            <a:r>
              <a:rPr lang="en"/>
              <a:t>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65800" y="851525"/>
            <a:ext cx="28209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Week 2</a:t>
            </a:r>
            <a:endParaRPr sz="19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Functions - types, arrow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Function methods - call, apply, bind etc.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Object Context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Classes and Prototypes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Destructuring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Callback functions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setTimeout, setInterval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clearTimeout, clearInterval</a:t>
            </a:r>
            <a:endParaRPr sz="16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61840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3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600"/>
              <a:t>Vue Framework</a:t>
            </a:r>
            <a:endParaRPr sz="16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600"/>
              <a:t>CDN vs CLI</a:t>
            </a:r>
            <a:endParaRPr sz="16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600"/>
              <a:t>Vue 2 vs Vue 3</a:t>
            </a:r>
            <a:endParaRPr sz="16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600"/>
              <a:t>Implementation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6035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Week Wise Learning - Weeks 4, 5 and 6</a:t>
            </a:r>
            <a:endParaRPr sz="232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1475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4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Components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in Components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sharing within Components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Slots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Props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Lifecycle hooks with components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Promise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Async await</a:t>
            </a:r>
            <a:endParaRPr sz="14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6579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5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f</a:t>
            </a:r>
            <a:r>
              <a:rPr lang="en" sz="1600"/>
              <a:t>etch API with promise and Async-await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61840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6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Vue Router 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Global and Local Registration of components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Practical Implementation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26035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Week Wise Learning - Weeks 7, 8 and 9</a:t>
            </a:r>
            <a:endParaRPr sz="232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1475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Issues with Props and Emit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State Management using Vuex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Single file component Intro to Vue CLI/Vite</a:t>
            </a:r>
            <a:endParaRPr sz="16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6579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8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Issues with Simple HTML Login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Login Mechanism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Session based Vs. Token Based Authentication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Flask Security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JWT based Authentication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RBAC </a:t>
            </a:r>
            <a:endParaRPr sz="1600"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61840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9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Introduction to Asynchronous programing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Async task with Celery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Task brokers - Redis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26035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Week Wise Learning - Weeks 10, 11 and 12</a:t>
            </a:r>
            <a:endParaRPr sz="232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1475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10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Understanding SSE and webhooks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600"/>
              <a:t>Sending Mail using Python SMTP Server</a:t>
            </a:r>
            <a:endParaRPr sz="1600"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6579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11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Caching with Redis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6184046" y="851524"/>
            <a:ext cx="282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12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CORS and Cookies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267191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Live Sessions</a:t>
            </a:r>
            <a:endParaRPr sz="2320"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824175"/>
            <a:ext cx="8520600" cy="3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Instructor Live Sessions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AQ/PQ Session - Tuesdays 08:30 - 10:30 pm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Open</a:t>
            </a:r>
            <a:r>
              <a:rPr lang="en"/>
              <a:t> Session - Saturdays 09:00 - 11:00 am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TA Live Sessions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Session 1 - Wednesdays 06:00 - 08:00 pm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Session 2 - Thursdays 06:00 - 08:00 pm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Session 3 - Fridays 06:00 - 08:00 pm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Project Sessions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Approx 7 Sessions - Mondays 06:00 - 08:00 pm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