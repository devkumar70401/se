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d526a23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d526a23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d526a23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d526a23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d526a232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d526a232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d526a232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d526a23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d526a23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d526a23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526a23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526a23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526a232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d526a232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526a232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d526a232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526a232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d526a232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d526a232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d526a232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526a232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d526a232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d526a232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d526a232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d526a232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d526a232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526a232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d526a232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526a232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526a232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526a232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d526a232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. Recurrent Neural Network (RNN)&#10;Equation&#10;&#10;ℎ&#10;𝑡&#10;=&#10;tanh&#10;⁡&#10;(&#10;𝑊&#10;ℎ&#10;ℎ&#10;𝑡&#10;−&#10;1&#10;+&#10;𝑊&#10;𝑥&#10;𝑥&#10;𝑡&#10;+&#10;𝑏&#10;)&#10;h&#10;t&#10; ​&#10;&#10;=tanh(W&#10;h&#10; ​&#10;&#10;h&#10;t−1&#10; ​&#10;&#10;+W&#10;x&#10; ​&#10;&#10;x&#10;t&#10; ​&#10;&#10;+b)&#10;&#10;Interpretation&#10;𝑥&#10;𝑡&#10;x&#10;t&#10; ​&#10;&#10;: input at time step &#10;𝑡&#10;t&#10;ℎ&#10;𝑡&#10;−&#10;1&#10;h&#10;t−1&#10; ​&#10;&#10;: previous hidden state (memory)&#10;ℎ&#10;𝑡&#10;h&#10;t&#10; ​&#10;&#10;: updated hidden state&#10;&#10;The RNN combines past memory and current input to produce a new state.&#10;&#10;Limitation&#10;All information is compressed into a single vector &#10;ℎ&#10;𝑡&#10;h&#10;t&#10; ​&#10;&#10;No mechanism to control:&#10;what to keep&#10;what to forget&#10;what to update&#10;Key Problem: Vanishing Gradient&#10;During training, gradients shrink exponentially over time&#10;Long-term dependencies are not captured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NN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: Core Idea&#10;&#10;LSTM introduces controlled memory using:&#10;&#10;Cell state &#10;𝐶&#10;𝑡&#10;C&#10;t&#10; ​&#10;&#10;: long-term memory&#10;Hidden state &#10;ℎ&#10;𝑡&#10;h&#10;t&#10; ​&#10;&#10;: short-term/output memory&#10;&#10;Key principle:&#10;&#10;Memory is not overwritten&#10;Memory is selectively updated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 Equations and Interpretation&#10;1 Forget Gate&#10;&#10;𝑓&#10;𝑡&#10;=&#10;𝜎&#10;(&#10;𝑊&#10;𝑓&#10;[&#10;ℎ&#10;𝑡&#10;−&#10;1&#10;,&#10;𝑥&#10;𝑡&#10;]&#10;+&#10;𝑏&#10;𝑓&#10;)&#10;f&#10;t&#10; ​&#10;&#10;=σ(W&#10;f&#10; ​&#10;&#10;[h&#10;t−1&#10; ​&#10;&#10;,x&#10;t&#10; ​&#10;&#10;]+b&#10;f&#10; ​&#10;&#10;)&#10;&#10;Interpretation&#10;Input: previous state and current input&#10;Output: values in &#10;[&#10;0&#10;,&#10;1&#10;]&#10;[0,1]&#10;Role&#10;&#10;Controls how much of previous memory to retain.&#10;&#10;Effect&#10;𝑓&#10;𝑡&#10;⊙&#10;𝐶&#10;𝑡&#10;−&#10;1&#10;f&#10;t&#10; ​&#10;&#10;⊙C&#10;t−1&#10; ​&#10;&#10;Element-wise scaling of old memory&#10;1 → keep, 0 → discard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 Input Gate&#10;&#10;𝑖&#10;𝑡&#10;=&#10;𝜎&#10;(&#10;𝑊&#10;𝑖&#10;[&#10;ℎ&#10;𝑡&#10;−&#10;1&#10;,&#10;𝑥&#10;𝑡&#10;]&#10;+&#10;𝑏&#10;𝑖&#10;)&#10;i&#10;t&#10; ​&#10;&#10;=σ(W&#10;i&#10; ​&#10;&#10;[h&#10;t−1&#10; ​&#10;&#10;,x&#10;t&#10; ​&#10;&#10;]+b&#10;i&#10; ​&#10;&#10;)&#10;&#10;Interpretation&#10;&#10;Determines how much new information should be added to memory.&#10;&#10;3 Candidate Memory&#10;&#10;𝐶&#10;~&#10;𝑡&#10;=&#10;tanh&#10;⁡&#10;(&#10;𝑊&#10;𝑐&#10;[&#10;ℎ&#10;𝑡&#10;−&#10;1&#10;,&#10;𝑥&#10;𝑡&#10;]&#10;+&#10;𝑏&#10;𝑐&#10;)&#10;C&#10;~&#10;t&#10; ​&#10;&#10;=tanh(W&#10;c&#10; ​&#10;&#10;[h&#10;t−1&#10; ​&#10;&#10;,x&#10;t&#10; ​&#10;&#10;]+b&#10;c&#10; ​&#10;&#10;)&#10;&#10;Interpretation&#10;&#10;Represents new candidate information that could be stored.&#10;&#10;Values lie in &#10;[&#10;−&#10;1&#10;,&#10;1&#10;]&#10;[−1,1]&#10;Encodes potential updates to memory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 Cell State Update (Key Step)&#10;&#10;𝐶&#10;𝑡&#10;=&#10;𝑓&#10;𝑡&#10;⊙&#10;𝐶&#10;𝑡&#10;−&#10;1&#10;+&#10;𝑖&#10;𝑡&#10;⊙&#10;𝐶&#10;~&#10;𝑡&#10;C&#10;t&#10; ​&#10;&#10;=f&#10;t&#10; ​&#10;&#10;⊙C&#10;t−1&#10; ​&#10;&#10;+i&#10;t&#10; ​&#10;&#10;⊙&#10;C&#10;~&#10;t&#10; ​&#10;&#10;&#10;Interpretation&#10;&#10;Memory is updated as:&#10;&#10;Retained old memory&#10;Plus selected new information&#10;Key Insight&#10;Update is additive, not multiplicative&#10;Enables stable gradient flow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 Output Gate&#10;&#10;𝑜&#10;𝑡&#10;=&#10;𝜎&#10;(&#10;𝑊&#10;𝑜&#10;[&#10;ℎ&#10;𝑡&#10;−&#10;1&#10;,&#10;𝑥&#10;𝑡&#10;]&#10;+&#10;𝑏&#10;𝑜&#10;)&#10;o&#10;t&#10; ​&#10;&#10;=σ(W&#10;o&#10; ​&#10;&#10;[h&#10;t−1&#10; ​&#10;&#10;,x&#10;t&#10; ​&#10;&#10;]+b&#10;o&#10; ​&#10;&#10;)&#10;&#10;Interpretation&#10;&#10;Controls how much of the internal memory is exposed.&#10;&#10;3.6 Hidden State (Final Output)&#10;&#10;ℎ&#10;𝑡&#10;=&#10;𝑜&#10;𝑡&#10;⊙&#10;tanh&#10;⁡&#10;(&#10;𝐶&#10;𝑡&#10;)&#10;h&#10;t&#10; ​&#10;&#10;=o&#10;t&#10; ​&#10;&#10;⊙tanh(C&#10;t&#10; ​&#10;&#10;)&#10;&#10;Interpretation&#10;Memory is first normalized using &#10;tanh&#10;⁡&#10;tanh&#10;Then filtered by output gat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16493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 Summary&#10;&#10;At each time step, LSTM performs:&#10;&#10;Decide what to forget&#10;Decide what to add&#10;Update memory&#10;Decide what to output&#10;Key Property&#10;𝐶&#10;𝑡&#10;=&#10;(old memory kept)&#10;+&#10;(new memory added)&#10;C&#10;t&#10; ​&#10;&#10;=(old memory kept)+(new memory added)&#10;&#10;This additive structure enables learning of long-term dependencies.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U: Core Idea [INSERT DIAGRAM]&#10;&#10;GRU simplifies LSTM by:&#10;&#10;Removing separate cell state&#10;Combining gates&#10;&#10;Memory is directly maintained in &#10;ℎ&#10;𝑡&#10;h&#10;t&#10; ​&#10;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U Equations and Interpretation&#10;1 Update Gate&#10;&#10;𝑧&#10;𝑡&#10;=&#10;𝜎&#10;(&#10;𝑊&#10;𝑧&#10;[&#10;ℎ&#10;𝑡&#10;−&#10;1&#10;,&#10;𝑥&#10;𝑡&#10;]&#10;+&#10;𝑏&#10;𝑧&#10;)&#10;z&#10;t&#10; ​&#10;&#10;=σ(W&#10;z&#10; ​&#10;&#10;[h&#10;t−1&#10; ​&#10;&#10;,x&#10;t&#10; ​&#10;&#10;]+b&#10;z&#10; ​&#10;&#10;)&#10;&#10;Interpretation&#10;&#10;Controls the balance between:&#10;&#10;retaining old information&#10;incorporating new information&#10;2 Reset Gate&#10;&#10;𝑟&#10;𝑡&#10;=&#10;𝜎&#10;(&#10;𝑊&#10;𝑟&#10;[&#10;ℎ&#10;𝑡&#10;−&#10;1&#10;,&#10;𝑥&#10;𝑡&#10;]&#10;+&#10;𝑏&#10;𝑟&#10;)&#10;r&#10;t&#10; ​&#10;&#10;=σ(W&#10;r&#10; ​&#10;&#10;[h&#10;t−1&#10; ​&#10;&#10;,x&#10;t&#10; ​&#10;&#10;]+b&#10;r&#10; ​&#10;&#10;)&#10;&#10;Interpretation&#10;&#10;Determines how much past information to ignore when computing new content.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9815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 Candidate Hidden State&#10;&#10;ℎ&#10;~&#10;𝑡&#10;=&#10;tanh&#10;⁡&#10;(&#10;𝑊&#10;ℎ&#10;[&#10;𝑟&#10;𝑡&#10;⊙&#10;ℎ&#10;𝑡&#10;−&#10;1&#10;,&#10;𝑥&#10;𝑡&#10;]&#10;+&#10;𝑏&#10;ℎ&#10;)&#10;h&#10;~&#10;t&#10; ​&#10;&#10;=tanh(W&#10;h&#10; ​&#10;&#10;[r&#10;t&#10; ​&#10;&#10;⊙h&#10;t−1&#10; ​&#10;&#10;,x&#10;t&#10; ​&#10;&#10;]+b&#10;h&#10; ​&#10;&#10;)&#10;&#10;Interpretation&#10;Reset gate filters past memory&#10;Then new candidate state is computed&#10;4 Final Hidden State&#10;&#10;ℎ&#10;𝑡&#10;=&#10;(&#10;1&#10;−&#10;𝑧&#10;𝑡&#10;)&#10;⊙&#10;ℎ&#10;𝑡&#10;−&#10;1&#10;+&#10;𝑧&#10;𝑡&#10;⊙&#10;ℎ&#10;~&#10;𝑡&#10;h&#10;t&#10; ​&#10;&#10;=(1−z&#10;t&#10; ​&#10;&#10;)⊙h&#10;t−1&#10; ​&#10;&#10;+z&#10;t&#10; ​&#10;&#10;⊙&#10;h&#10;~&#10;t&#10; ​&#10;&#10;&#10;Interpretation&#10;&#10;New state is a combination of:&#10;&#10;old memory&#10;new candidate memory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U Summary&#10;&#10;At each step:&#10;&#10;Decide how much past to keep&#10;Decide how much new information to add&#10;Update hidden state directly&#10;Key Property&#10;ℎ&#10;𝑡&#10;=&#10;(old memory kept)&#10;+&#10;(new memory added)&#10;h&#10;t&#10; ​&#10;&#10;=(old memory kept)+(new memory added)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 vs GRU&#10;Aspect LSTM GRU&#10;Memory Separate cell state &#10;𝐶&#10;𝑡&#10;C&#10;t&#10; ​&#10;&#10; No separate memory&#10;Gates 3 (forget, input, output) 2 (update, reset)&#10;Complexity Higher Lower&#10;Training Slower Faster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l Conceptual Insight&#10;&#10;Both LSTM and GRU implement:&#10;&#10;Selective memory updating:&#10;&#10;Retain useful past information&#10;Discard irrelevant information&#10;Incorporate new information in a controlled way&#10;&#10;They differ only in how explicitly this control is modeled.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"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